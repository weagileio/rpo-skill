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fdb7fbeb54ff7" /><Relationship Type="http://schemas.openxmlformats.org/officeDocument/2006/relationships/extended-properties" Target="/docProps/app.xml" Id="R087c049419f94d50" /><Relationship Type="http://schemas.openxmlformats.org/officeDocument/2006/relationships/officeDocument" Target="/ppt/presentation.xml" Id="R7bf342af2513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fe12363e342cb"/>
  </p:sldMasterIdLst>
  <p:notesMasterIdLst>
    <p:notesMasterId xmlns:r="http://schemas.openxmlformats.org/officeDocument/2006/relationships" r:id="Rbb365aafa28648e6"/>
  </p:notesMasterIdLst>
  <p:sldIdLst>
    <p:sldId xmlns:r="http://schemas.openxmlformats.org/officeDocument/2006/relationships" id="256" r:id="Rf1185fc06d664db4"/>
  </p:sldIdLst>
  <p:sldSz cx="24384000" cy="13716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1pPr>
    <a:lvl2pPr xmlns:a="http://schemas.openxmlformats.org/drawingml/2006/main" marL="0" marR="0" indent="2286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2pPr>
    <a:lvl3pPr xmlns:a="http://schemas.openxmlformats.org/drawingml/2006/main" marL="0" marR="0" indent="4572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3pPr>
    <a:lvl4pPr xmlns:a="http://schemas.openxmlformats.org/drawingml/2006/main" marL="0" marR="0" indent="6858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4pPr>
    <a:lvl5pPr xmlns:a="http://schemas.openxmlformats.org/drawingml/2006/main" marL="0" marR="0" indent="9144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5pPr>
    <a:lvl6pPr xmlns:a="http://schemas.openxmlformats.org/drawingml/2006/main" marL="0" marR="0" indent="11430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6pPr>
    <a:lvl7pPr xmlns:a="http://schemas.openxmlformats.org/drawingml/2006/main" marL="0" marR="0" indent="13716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7pPr>
    <a:lvl8pPr xmlns:a="http://schemas.openxmlformats.org/drawingml/2006/main" marL="0" marR="0" indent="16002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8pPr>
    <a:lvl9pPr xmlns:a="http://schemas.openxmlformats.org/drawingml/2006/main" marL="0" marR="0" indent="1828800" algn="ctr" defTabSz="8255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000" b="1" i="0" u="none" strike="noStrike" cap="none" spc="0" baseline="0">
        <a:ln>
          <a:noFill/>
        </a:ln>
        <a:solidFill>
          <a:srgbClr val="000000"/>
        </a:solidFill>
        <a:latin typeface="Taipei Sans TC Beta"/>
        <a:ea typeface="Taipei Sans TC Beta"/>
        <a:cs typeface="Taipei Sans TC Beta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Taipei Sans TC Beta"/>
          <a:ea typeface="Taipei Sans TC Beta"/>
          <a:cs typeface="Taipei Sans TC B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Taipei Sans TC Beta"/>
          <a:ea typeface="Taipei Sans TC Beta"/>
          <a:cs typeface="Taipei Sans TC B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3d66d49c0435a" /><Relationship Type="http://schemas.openxmlformats.org/officeDocument/2006/relationships/slideMaster" Target="/ppt/slideMasters/slideMaster1.xml" Id="Rc8cfe12363e342cb" /><Relationship Type="http://schemas.openxmlformats.org/officeDocument/2006/relationships/notesMaster" Target="/ppt/notesMasters/notesMaster1.xml" Id="Rbb365aafa28648e6" /><Relationship Type="http://schemas.openxmlformats.org/officeDocument/2006/relationships/presProps" Target="/ppt/presProps.xml" Id="R56c05b5f87f04ca0" /><Relationship Type="http://schemas.openxmlformats.org/officeDocument/2006/relationships/viewProps" Target="/ppt/viewProps.xml" Id="R9c48ecbd9ad94d50" /><Relationship Type="http://schemas.openxmlformats.org/officeDocument/2006/relationships/tableStyles" Target="/ppt/tableStyles.xml" Id="Rbb597f74898f4e3f" /><Relationship Type="http://schemas.openxmlformats.org/officeDocument/2006/relationships/slide" Target="/ppt/slides/slide1.xml" Id="Rf1185fc06d664d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4dccfa04b1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hite">
  <a:themeElements>
    <a:clrScheme name="Scrum Inc">
      <a:dk1>
        <a:srgbClr val="000000"/>
      </a:dk1>
      <a:lt1>
        <a:srgbClr val="FFFFFF"/>
      </a:lt1>
      <a:dk2>
        <a:srgbClr val="666666"/>
      </a:dk2>
      <a:lt2>
        <a:srgbClr val="FEFFFF"/>
      </a:lt2>
      <a:accent1>
        <a:srgbClr val="9D280D"/>
      </a:accent1>
      <a:accent2>
        <a:srgbClr val="C7481A"/>
      </a:accent2>
      <a:accent3>
        <a:srgbClr val="0088A3"/>
      </a:accent3>
      <a:accent4>
        <a:srgbClr val="FF9933"/>
      </a:accent4>
      <a:accent5>
        <a:srgbClr val="FFCC00"/>
      </a:accent5>
      <a:accent6>
        <a:srgbClr val="CC0000"/>
      </a:accent6>
      <a:hlink>
        <a:srgbClr val="0000FF"/>
      </a:hlink>
      <a:folHlink>
        <a:srgbClr val="FF00FF"/>
      </a:folHlink>
    </a:clrScheme>
    <a:fontScheme name="Custom 1">
      <a:majorFont>
        <a:latin typeface="Taipei Sans TC Beta"/>
        <a:ea typeface="Taipei Sans TC Beta"/>
        <a:cs typeface="Taipei Sans TC Beta"/>
      </a:majorFont>
      <a:minorFont>
        <a:latin typeface="Taipei Sans TC Beta"/>
        <a:ea typeface="Taipei Sans TC Beta"/>
        <a:cs typeface="Taipei Sans TC Beta"/>
      </a:minorFont>
    </a:fontScheme>
    <a:fmtScheme name="Scrum In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88bef8f0d41ce" /><Relationship Type="http://schemas.openxmlformats.org/officeDocument/2006/relationships/notesMaster" Target="/ppt/notesMasters/notesMaster1.xml" Id="R583194028d0a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1ab1a74304bf5" /><Relationship Type="http://schemas.openxmlformats.org/officeDocument/2006/relationships/image" Target="/ppt/media/image.jpeg" Id="R8de8a0b1d0564803" /><Relationship Type="http://schemas.openxmlformats.org/officeDocument/2006/relationships/image" Target="/ppt/media/image2.png" Id="R2f2a0b8f5b3648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9c7fd45624a33" /><Relationship Type="http://schemas.openxmlformats.org/officeDocument/2006/relationships/image" Target="/ppt/media/image3.png" Id="R39d8d0f281ee4f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14bf6245d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455c452d14b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09a2c748b49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e00c0806540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fbe0b849344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f4bde1895430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e60cc280f4b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12e65f77c4a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fbd4f25864bd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51d98460d441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4a64be18c47a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3ed15465b4b4f" /><Relationship Type="http://schemas.openxmlformats.org/officeDocument/2006/relationships/image" Target="/ppt/media/image.png" Id="R94e411cf5980420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a0a9651184fee" /><Relationship Type="http://schemas.openxmlformats.org/officeDocument/2006/relationships/image" Target="/ppt/media/image.png" Id="Re8bd5797c3b4494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f2b909e4e4053" /><Relationship Type="http://schemas.openxmlformats.org/officeDocument/2006/relationships/image" Target="/ppt/media/image.png" Id="R157173070f4b43d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4cb392105494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89acadb924a9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348d785e94e6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6940eb6824683" /><Relationship Type="http://schemas.openxmlformats.org/officeDocument/2006/relationships/image" Target="/ppt/media/image.png" Id="Rd91281cc6ae04056" /></Relationships>
</file>

<file path=ppt/slideLayouts/slideLayout1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5140470-A87A-48BC-B7F7-F9467E2D1C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e8a0b1d05648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7F29542-A54B-8846-9D77-3D597B3C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70000"/>
            </a:schemeClr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1E66272-2059-1146-AB8C-E1143D2B970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771356" y="5615781"/>
            <a:ext cx="12841288" cy="12422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6600" b="1">
                <a:solidFill>
                  <a:schemeClr val="bg1"/>
                </a:solidFill>
              </a:defRPr>
            </a:lvl1pPr>
            <a:lvl2pPr>
              <a:buNone/>
              <a:defRPr b="1">
                <a:solidFill>
                  <a:schemeClr val="bg1"/>
                </a:solidFill>
              </a:defRPr>
            </a:lvl2pPr>
            <a:lvl3pPr>
              <a:buNone/>
              <a:defRPr b="1">
                <a:solidFill>
                  <a:schemeClr val="bg1"/>
                </a:solidFill>
              </a:defRPr>
            </a:lvl3pPr>
            <a:lvl4pPr>
              <a:buNone/>
              <a:defRPr b="1">
                <a:solidFill>
                  <a:schemeClr val="bg1"/>
                </a:solidFill>
              </a:defRPr>
            </a:lvl4pPr>
            <a:lvl5pPr>
              <a:buNone/>
              <a:defRPr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課程名稱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C28DB47D-8766-46D7-A9E3-AA12A08C5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a0b8f5b3648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8400" y="11480144"/>
            <a:ext cx="4267200" cy="1088352"/>
          </a:xfrm>
          <a:prstGeom xmlns:a="http://schemas.openxmlformats.org/drawingml/2006/main" prst="rect">
            <a:avLst/>
          </a:prstGeom>
        </p:spPr>
      </p:pic>
      <p:sp>
        <p:nvSpPr>
          <p:cNvPr id="1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8F320D6-BEAF-1D4F-8C5D-601094F476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771356" y="6868111"/>
            <a:ext cx="12841288" cy="12422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5400" b="0">
                <a:solidFill>
                  <a:schemeClr val="bg1"/>
                </a:solidFill>
              </a:defRPr>
            </a:lvl1pPr>
            <a:lvl2pPr>
              <a:buNone/>
              <a:defRPr b="1">
                <a:solidFill>
                  <a:schemeClr val="bg1"/>
                </a:solidFill>
              </a:defRPr>
            </a:lvl2pPr>
            <a:lvl3pPr>
              <a:buNone/>
              <a:defRPr b="1">
                <a:solidFill>
                  <a:schemeClr val="bg1"/>
                </a:solidFill>
              </a:defRPr>
            </a:lvl3pPr>
            <a:lvl4pPr>
              <a:buNone/>
              <a:defRPr b="1">
                <a:solidFill>
                  <a:schemeClr val="bg1"/>
                </a:solidFill>
              </a:defRPr>
            </a:lvl4pPr>
            <a:lvl5pPr>
              <a:buNone/>
              <a:defRPr b="1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課程日期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C0BBF33-9BA9-C145-8A84-B28AC135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3137300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E3CAA45-2A43-4724-A458-312AF108673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849986" y="13135670"/>
            <a:ext cx="684027" cy="461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07E2063-9BF6-4FE6-B06E-A2D9DFF6F26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219199" y="5346283"/>
            <a:ext cx="11430208" cy="113071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按一下以編輯章節標題</a:t>
            </a:r>
          </a:p>
        </p:txBody>
      </p:sp>
      <p:sp>
        <p:nvSpPr>
          <p:cNvPr id="1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F26BBA5-8954-47A1-A94E-6A673582246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219199" y="6549189"/>
            <a:ext cx="11430208" cy="1921043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400" b="0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按一下以編輯母片說明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313610B-77B2-4A81-B09B-42B05F365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8d0f281ee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49407" y="2147777"/>
            <a:ext cx="8387862" cy="13716000"/>
          </a:xfrm>
          <a:prstGeom xmlns:a="http://schemas.openxmlformats.org/drawingml/2006/main" prst="rect">
            <a:avLst/>
          </a:prstGeom>
        </p:spPr>
      </p:pic>
      <p:sp>
        <p:nvSpPr>
          <p:cNvPr id="11" name="Diamond 10">
            <a:extLst xmlns:a="http://schemas.openxmlformats.org/drawingml/2006/main">
              <a:ext uri="{FF2B5EF4-FFF2-40B4-BE49-F238E27FC236}">
                <a16:creationId xmlns:a16="http://schemas.microsoft.com/office/drawing/2014/main" id="{13267F1F-70D8-4454-8E4E-AEB66B0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647" y="-1848507"/>
            <a:ext cx="12971721" cy="12971721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C953D7F-FA97-B945-87F6-3E5BAC0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93" y="5346283"/>
            <a:ext cx="228600" cy="1130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New Bio Slide - ADD RED BAR to separate business from perso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C134F7-CD7D-4152-BEEC-74A2F741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0356" y="0"/>
            <a:ext cx="5582018" cy="1404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89F46A71-2872-4726-A041-07F57C1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6DFC768-3D22-48A1-A1F1-1BA3D2CBC8A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29610BE-FB3D-4D02-86AD-B97B02A0E0C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49074" y="2605835"/>
            <a:ext cx="12783494" cy="10104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標誌／圖片區</a:t>
            </a: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BA50CBB-2D97-6E46-87C5-7DB1E75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D7B47B6-4752-AB4A-AB61-2AD9B1E9027F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4646275" y="2776943"/>
            <a:ext cx="8270875" cy="5428594"/>
          </a:xfr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965709-953C-ED40-AF4D-085FBF8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275" y="8500537"/>
            <a:ext cx="8270875" cy="42100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 cap="flat">
            <a:solidFill>
              <a:schemeClr val="accent6"/>
            </a:solidFill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chemeClr val="tx1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C29594B-B9CB-544F-A38F-08E71341842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813150"/>
            <a:ext cx="14480118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姓名</a:t>
            </a:r>
          </a:p>
        </p:txBody>
      </p:sp>
      <p:sp>
        <p:nvSpPr>
          <p:cNvPr id="1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E68D1AA-994A-2B47-B17E-50A3A7F39A8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5" y="1870567"/>
            <a:ext cx="14480118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課程或活動中的角色／職稱／職責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Content/Imag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FD92C-98A9-4FE9-9DD1-35070A14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0356" y="0"/>
            <a:ext cx="5582018" cy="1404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E9B28485-2196-41BE-944B-EFC1AFC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5179F50-C408-4E3C-8DC2-BB4995AC7EA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21D8EBBD-4F96-4322-B35C-04042C94D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4F87D56-4F1F-46C6-B597-A5B6662D213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367110"/>
            <a:ext cx="14480118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0584F3-6F9C-44C6-9873-C20538019D8F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24543"/>
            <a:ext cx="8270875" cy="9434512"/>
          </a:xfr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BA50CBB-2D97-6E46-87C5-7DB1E75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A0F1DE1C-0C2B-2341-BF7E-AB016C913354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7" y="12232640"/>
            <a:ext cx="12822192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Content/Imag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38080E-B92D-4F24-BD43-5A04B70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0356" y="0"/>
            <a:ext cx="5582018" cy="1404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774C9DCF-14F7-471C-8295-05C1C1F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6F47FEE-45EB-4BF3-8C16-A4283BCCF7A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983CAA43-D24E-4C63-9690-3F8CB9A6A0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2D9B277-6ADE-463F-8AB4-96BE72FA720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813150"/>
            <a:ext cx="14480118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FB20D36-C3A1-4564-9A52-4E4BC083262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24543"/>
            <a:ext cx="8270875" cy="9434512"/>
          </a:xfr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BA50CBB-2D97-6E46-87C5-7DB1E75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2F29DDF-A764-40A5-BE23-D30726E4CB2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5" y="1870567"/>
            <a:ext cx="14480118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  <p:sp>
        <p:nvSpPr>
          <p:cNvPr id="15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1FE005B1-9D9E-4618-BC42-361E3FB3366E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7" y="12232640"/>
            <a:ext cx="12822192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2_Content/Imag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B98D086-607D-4842-B19E-E74AA93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9061" y="2335604"/>
            <a:ext cx="4234922" cy="4522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06F8E33E-D947-4804-80D1-B22705DC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3EBEAC4-A9C5-4DB5-A141-6F550FF19CA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3559949-844A-45ED-BD83-02AF753B2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A8D5B-2077-43CB-8684-4A8C07E528F2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05088"/>
            <a:ext cx="8270875" cy="94345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F375276-8AFB-6048-B84D-1575E290690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367110"/>
            <a:ext cx="17380754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DDE23E-223B-BF48-B723-A539E99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5_Content/Imag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5A083F-9CEB-4FCC-A3A8-0FBBF61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9061" y="2335604"/>
            <a:ext cx="4234922" cy="4522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C990D3F2-7C8B-484B-ACAA-BD3EF95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1DE0991-288C-4C08-92B5-5FF848EF8FB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0A7EE51-85B1-402D-AE3F-852A048EEA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AC07653-CC6E-4F7D-8FED-E04927D1A34D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05088"/>
            <a:ext cx="8270875" cy="94345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F375276-8AFB-6048-B84D-1575E290690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367110"/>
            <a:ext cx="17380754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DDE23E-223B-BF48-B723-A539E99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5B80033C-FF3C-E040-818F-98969A85FC8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7" y="12232640"/>
            <a:ext cx="12822192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3_Content/Imag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7248E7-D9C1-4A55-8AE6-3E630AC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9061" y="2335604"/>
            <a:ext cx="4234922" cy="4522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75812CC9-4F86-4C51-9049-9AC8E09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CF5F0DB-0066-4FB0-AE58-C8C76DA85DFF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BC6D9750-C994-46B2-996A-10B07ADB9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1D2FA7C-328B-461C-92B5-87CB7AE7633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05088"/>
            <a:ext cx="8270875" cy="94345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DDE23E-223B-BF48-B723-A539E99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7EA323A-C648-084B-87ED-0AB23D0E6E7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4" y="813150"/>
            <a:ext cx="17380754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14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960BB-A47F-F24F-BC11-725E7FA7871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9074" y="1870567"/>
            <a:ext cx="17380754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6_Content/Imag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787913-E73C-4CB3-87AE-E64B3BC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9061" y="2335604"/>
            <a:ext cx="4234922" cy="4522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3E230FEA-83A3-4420-B3F9-4497992C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2ADE372-3840-427E-8EDD-64C7CED0B0C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05045A7D-4688-4D0D-A3D0-9407B89E28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4" y="2605836"/>
            <a:ext cx="12783494" cy="94337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AAA139B-FDFC-454A-AE4F-E5A1613F790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493875" y="2605088"/>
            <a:ext cx="8270875" cy="94345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DDE23E-223B-BF48-B723-A539E99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7EA323A-C648-084B-87ED-0AB23D0E6E7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4" y="813150"/>
            <a:ext cx="17380754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14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960BB-A47F-F24F-BC11-725E7FA7871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9074" y="1870567"/>
            <a:ext cx="17380754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  <p:sp>
        <p:nvSpPr>
          <p:cNvPr id="10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194FE47-CB3D-494D-B03B-D37E585EE84F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7" y="12232640"/>
            <a:ext cx="12822192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Full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53A9DD25-D69F-468D-A816-F8B59C22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B7C63C6-02C7-47BF-A869-9BBAB8EA25B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79457C8-97A4-448D-B15E-2D5FD1228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3" y="3068320"/>
            <a:ext cx="21807179" cy="8971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B3AAA62-2B20-1F44-AA08-6C13623FC0D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3" y="367110"/>
            <a:ext cx="14480119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1A7C6-7634-1B4B-B174-EA9722D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4_Full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4C9E80A1-101F-4D28-80D9-046F653D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469124F-82F7-4FAC-AD3A-6AE7F50D013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3A6B6945-8D7B-4A7C-A884-86F9EB795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3" y="3068320"/>
            <a:ext cx="21807179" cy="8971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B3AAA62-2B20-1F44-AA08-6C13623FC0D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3" y="367110"/>
            <a:ext cx="14480119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1A7C6-7634-1B4B-B174-EA9722D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8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6B630133-7C90-A34D-ACA1-0F8C0FB2E83A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6" y="12232640"/>
            <a:ext cx="21845876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2_Full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7D85CCD6-A43A-406C-B9C3-CDF926D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5292905-20E7-4465-878E-9068D5466B0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BBD136B9-431A-4A80-B43A-95D900FF15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3" y="3068320"/>
            <a:ext cx="21807179" cy="8971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1A7C6-7634-1B4B-B174-EA9722D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C9A8C9F-1FD9-C546-B81B-ABEE97893B8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813150"/>
            <a:ext cx="14480118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9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8852105-0363-C341-8021-747E748F3A0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5" y="1870567"/>
            <a:ext cx="14480118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5_Full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8E92C74D-744F-428D-9AC8-8FC1C0C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E654B2-70BB-4213-B89E-D3ABE9D703A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276DAC91-0D90-4BD1-9F19-DC992662FD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9073" y="3068320"/>
            <a:ext cx="21807179" cy="8971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12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1A7C6-7634-1B4B-B174-EA9722D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8" y="0"/>
            <a:ext cx="228600" cy="2481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C9A8C9F-1FD9-C546-B81B-ABEE97893B8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149075" y="813150"/>
            <a:ext cx="14480118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9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8852105-0363-C341-8021-747E748F3A0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9075" y="1870567"/>
            <a:ext cx="14480118" cy="61137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1200"/>
              </a:spcBef>
              <a:buNone/>
              <a:defRPr sz="36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  <p:sp>
        <p:nvSpPr>
          <p:cNvPr id="10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5C1F96EB-0B67-AD46-BBF9-D310C0918EC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110376" y="12232640"/>
            <a:ext cx="21845876" cy="477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Font typeface="Arial"/>
              <a:buNone/>
              <a:defRPr sz="2400" b="1"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24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結語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Full Graphi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857C065-879D-4969-BF5B-081EA12B483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89BE90-ABFD-4F49-8207-3F030B0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3200" y="0"/>
            <a:ext cx="24587200" cy="141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E4BB52-63EC-420A-B667-8802901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55" y="580341"/>
            <a:ext cx="23329090" cy="129617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ap="flat">
            <a:noFill/>
            <a:miter/>
          </a:ln>
          <a:effectLst xmlns:a="http://schemas.openxmlformats.org/drawingml/2006/main"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FFFC048-5603-495C-BA72-BBC76ED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2938521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  <p:pic>
        <p:nvPicPr>
          <p:cNvPr id="7" name="Scrum Inc_CMYK.pdf">
            <a:extLst xmlns:a="http://schemas.openxmlformats.org/drawingml/2006/main">
              <a:ext uri="{FF2B5EF4-FFF2-40B4-BE49-F238E27FC236}">
                <a16:creationId xmlns:a16="http://schemas.microsoft.com/office/drawing/2014/main" id="{28C92D40-9EC5-48D9-8FC2-13B16813D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411cf5980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96337" y="12961869"/>
            <a:ext cx="2222029" cy="38702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</p:cSld>
</p:sldLayout>
</file>

<file path=ppt/slideLayouts/slideLayout15.xml><?xml version="1.0" encoding="utf-8"?>
<p:sldLayout xmlns:p="http://schemas.openxmlformats.org/presentationml/2006/main" preserve="1" userDrawn="1">
  <p:cSld name="1_Full Graphi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6AFEB2D-6209-43C6-9394-78C2E98DC61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A877E4-AB2E-4F7F-9F55-080AB4C7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3200" y="0"/>
            <a:ext cx="24587200" cy="141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2D756D7-3757-40D9-9C1F-D4FCB698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55" y="580341"/>
            <a:ext cx="23329090" cy="129617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ap="flat">
            <a:noFill/>
            <a:miter/>
          </a:ln>
          <a:effectLst xmlns:a="http://schemas.openxmlformats.org/drawingml/2006/main"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AF79413-6FFF-42AB-B8C5-EE5C2FC6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2938521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  <p:pic>
        <p:nvPicPr>
          <p:cNvPr id="7" name="Scrum Inc_CMYK.pdf">
            <a:extLst xmlns:a="http://schemas.openxmlformats.org/drawingml/2006/main">
              <a:ext uri="{FF2B5EF4-FFF2-40B4-BE49-F238E27FC236}">
                <a16:creationId xmlns:a16="http://schemas.microsoft.com/office/drawing/2014/main" id="{6CEC9CBC-70E9-4A1B-A099-3CBBC8865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d5797c3b4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96337" y="12961869"/>
            <a:ext cx="2222029" cy="38702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44F117A-0F53-7545-8769-B3932E42633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501623" y="367110"/>
            <a:ext cx="17380755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Full Graphi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2016636-E9A6-41BD-A081-F7DB40636DA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4884A2-0F6B-4D87-AA2E-B2A1767B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3200" y="0"/>
            <a:ext cx="24587200" cy="141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EB9D2AF-4DCD-4C43-9418-5C16AE9F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55" y="580341"/>
            <a:ext cx="23329090" cy="129617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ap="flat">
            <a:noFill/>
            <a:miter/>
          </a:ln>
          <a:effectLst xmlns:a="http://schemas.openxmlformats.org/drawingml/2006/main">
            <a:outerShdw blurRad="279400" sx="102000" sy="102000" algn="ctr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81B442-FAD4-474F-9A5A-E325CC04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2938521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  <p:pic>
        <p:nvPicPr>
          <p:cNvPr id="7" name="Scrum Inc_CMYK.pdf">
            <a:extLst xmlns:a="http://schemas.openxmlformats.org/drawingml/2006/main">
              <a:ext uri="{FF2B5EF4-FFF2-40B4-BE49-F238E27FC236}">
                <a16:creationId xmlns:a16="http://schemas.microsoft.com/office/drawing/2014/main" id="{11B3FCC1-42EE-4389-9B0E-1D41AC9D8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173070f4b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96337" y="12961869"/>
            <a:ext cx="2222029" cy="38702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5C2083C-9DFA-1F43-9C8B-700854342CD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501623" y="920910"/>
            <a:ext cx="17380754" cy="105741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E5E502-8EF7-6B4B-96A0-61D08E9DBE0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501623" y="1978327"/>
            <a:ext cx="17380754" cy="74745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4400" b="0" i="0">
                <a:solidFill>
                  <a:schemeClr val="accent6"/>
                </a:solidFill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按一下以編輯副標題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5_B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D2EDC2-FB31-424E-A9B0-7013456D4E3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79D50C9-04A5-4EF3-BF45-8AC2D674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338" y="6700520"/>
            <a:ext cx="9990938" cy="49244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D4EEEBE-760A-43DB-AE3C-E9F3D60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631" y="2158841"/>
            <a:ext cx="516738" cy="957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9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3E86DB19-D79B-4CE0-BF99-0D6A0F528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513004" y="3721096"/>
            <a:ext cx="9296400" cy="7734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4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AAED486-B647-D142-BEEF-79A9C3A4FC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3513005" y="2158841"/>
            <a:ext cx="9296400" cy="128301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簡短標題</a:t>
            </a:r>
          </a:p>
        </p:txBody>
      </p:sp>
      <p:sp>
        <p:nvSpPr>
          <p:cNvPr id="17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04CC1A40-6FF3-D64C-9DD7-1179D8EAE06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574594" y="3735453"/>
            <a:ext cx="9296400" cy="7734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3C280D6-E69C-3C41-B245-1C4F028015A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74595" y="2173198"/>
            <a:ext cx="9296400" cy="128301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48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簡短標題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2928CB8-85E6-514D-BE24-0C86809BD5A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501622" y="-478906"/>
            <a:ext cx="17380755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4_B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46CD8E7-73C2-460A-92FC-36B60E585D8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BD4FB4A-FA23-45EA-9008-A030844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338" y="6700520"/>
            <a:ext cx="9990938" cy="49244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51F3C6-27FD-4348-A5B7-6C7E8E2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631" y="2158841"/>
            <a:ext cx="516738" cy="957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9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A504D41A-33D2-42FA-92DF-3EAD339AB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513004" y="2158841"/>
            <a:ext cx="9296400" cy="9296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7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04CC1A40-6FF3-D64C-9DD7-1179D8EAE06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574594" y="2158841"/>
            <a:ext cx="9296400" cy="93109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5588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1pPr>
            <a:lvl2pPr marL="11176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2pPr>
            <a:lvl3pPr marL="16764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3pPr>
            <a:lvl4pPr marL="22352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4pPr>
            <a:lvl5pPr marL="2794000" indent="-558800">
              <a:spcBef>
                <a:spcPts val="4500"/>
              </a:spcBef>
              <a:buNone/>
              <a:defRPr sz="3800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A994094-2E2F-F543-8EF0-11532014279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501622" y="-478906"/>
            <a:ext cx="17380755" cy="21148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spcBef>
                <a:spcPts val="1200"/>
              </a:spcBef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1pPr>
            <a:lvl2pPr marL="63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2pPr>
            <a:lvl3pPr marL="127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3pPr>
            <a:lvl4pPr marL="1905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4pPr>
            <a:lvl5pPr marL="2540000" indent="0">
              <a:buNone/>
              <a:defRPr sz="6600" b="1">
                <a:latin typeface="Taipei Sans TC Beta"/>
                <a:ea typeface="Taipei Sans TC Beta"/>
                <a:cs typeface="Taipei Sans TC Bet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按一下以編輯標題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>
  <p:cSld name="1_Style Gu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693C566C-709C-41B5-9057-747B155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6729" y="-8467"/>
            <a:ext cx="312672" cy="137329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200" b="0">
                <a:solidFill>
                  <a:srgbClr val="FFFFFF"/>
                </a:solidFill>
                <a:latin typeface="Taipei Sans TC Beta"/>
                <a:ea typeface="Taipei Sans TC Beta"/>
                <a:cs typeface="Taipei Sans TC Beta"/>
              </a:defRPr>
            </a:pPr>
            <a:endParaRPr/>
          </a:p>
        </p:txBody>
      </p:sp>
      <p:sp>
        <p:nvSpPr>
          <p:cNvPr id="1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89FCA8B-1ACC-49DD-ADB1-137EA2D4128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77A53A-F2F2-4373-A4F4-4312B26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3075" y="1517514"/>
            <a:ext cx="1634247" cy="1634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1C8CD47-0240-4C4E-A34C-4F59603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6547" y="1517514"/>
            <a:ext cx="1634247" cy="16342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1D4B4A-12E4-4ED7-9BCB-B667B4D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0019" y="1517514"/>
            <a:ext cx="1634247" cy="1634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C"/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823DB2-54D3-46B9-90E3-C891EF9A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3073" y="3370528"/>
            <a:ext cx="1634250" cy="37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#cc0000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CE91D63-3C4B-41BA-B423-7120FDD7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5578" y="3370528"/>
            <a:ext cx="1634250" cy="37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#000000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1796A9-B685-4267-A6B0-41C896F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0016" y="3370528"/>
            <a:ext cx="1634250" cy="37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#4c4c4c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A7F0AC-5865-45B5-A4CF-A3168C56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899" y="1271584"/>
            <a:ext cx="6517618" cy="71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字型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E7E4F18-41AA-46C1-8BBC-0A51C4A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897" y="2334637"/>
            <a:ext cx="9357029" cy="4870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Taipei Sans TC Beta </a:t>
            </a:r>
            <a:r>
              <a:rPr sz="32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Bold：標題</a:t>
            </a:r>
            <a:endParaRPr sz="3200" b="1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1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Taipei Sans TC Beta </a:t>
            </a:r>
            <a:r>
              <a:rPr sz="32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Bold：強調</a:t>
            </a:r>
            <a:endParaRPr sz="3200" b="1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1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Taipei Sans TC Beta </a:t>
            </a:r>
            <a:r>
              <a: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：內文</a:t>
            </a: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58F41C-44DE-4DB1-843C-B8F59017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898" y="8635698"/>
            <a:ext cx="11019175" cy="2872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避免文字框自動調整並改變字級：</a:t>
            </a: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0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marL="514350" marR="0" indent="-51435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點選文字框</a:t>
            </a:r>
          </a:p>
          <a:p xmlns:a="http://schemas.openxmlformats.org/drawingml/2006/main">
            <a:pPr marL="514350" marR="0" indent="-51435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格式</a:t>
            </a: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…</a:t>
            </a: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…更多選項</a:t>
            </a:r>
          </a:p>
          <a:p xmlns:a="http://schemas.openxmlformats.org/drawingml/2006/main">
            <a:pPr marL="514350" marR="0" indent="-51435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垂直對齊：靠上或置中</a:t>
            </a:r>
          </a:p>
          <a:p xmlns:a="http://schemas.openxmlformats.org/drawingml/2006/main">
            <a:pPr marL="514350" marR="0" indent="-51435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不要自動調整</a:t>
            </a:r>
          </a:p>
          <a:p xmlns:a="http://schemas.openxmlformats.org/drawingml/2006/main">
            <a:pPr marL="514350" marR="0" indent="-51435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30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E8621C-AD3D-435E-85F3-7D734DE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0198" y="8635698"/>
            <a:ext cx="9123100" cy="4701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《哈佛商業評論》簡報設計基礎：</a:t>
            </a:r>
          </a:p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0"/>
              <a:t>https://hbr.org/2012/10/do-your-slides-pass-the-glance-test</a:t>
            </a:r>
            <a:endParaRPr sz="30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Quote/Ques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7C401ABC-5E6E-42AC-892A-C315BAEBDFD0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0" y="0"/>
            <a:ext cx="24384000" cy="13716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按一下圖示新增圖片</a:t>
            </a:r>
            <a:endParaRPr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3F8A3C7-DA4D-4391-A054-D816355E722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F96F3DD-1C7A-4D6D-83C5-09CE7A27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70000"/>
            </a:schemeClr>
          </a:solidFill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strike="noStrike" cap="none" spc="0" baseline="0">
              <a:ln>
                <a:noFill/>
              </a:ln>
              <a:solidFill>
                <a:srgbClr val="FFFFFF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56FD99-D04C-4004-B87A-40548BCB54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341018" y="5595144"/>
            <a:ext cx="15689263" cy="2525712"/>
          </a:xfrm>
        </p:spPr>
        <p:txBody>
          <a:bodyPr xmlns:a="http://schemas.openxmlformats.org/drawingml/2006/main"/>
          <a:lstStyle xmlns:a="http://schemas.openxmlformats.org/drawingml/2006/main">
            <a:lvl1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/>
            </a:lvl1pPr>
          </a:lstStyle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醒目陳述、</a:t>
            </a:r>
          </a:p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問題或引言</a:t>
            </a:r>
          </a:p>
        </p:txBody>
      </p:sp>
      <p:pic>
        <p:nvPicPr>
          <p:cNvPr id="9" name="Scrum Inc_CMYK.pdf">
            <a:extLst xmlns:a="http://schemas.openxmlformats.org/drawingml/2006/main">
              <a:ext uri="{FF2B5EF4-FFF2-40B4-BE49-F238E27FC236}">
                <a16:creationId xmlns:a16="http://schemas.microsoft.com/office/drawing/2014/main" id="{DC661D2B-010A-41BD-AC70-09BD6EA5C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281cc6ae0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3537" y="13137530"/>
            <a:ext cx="2222029" cy="38702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59EC1A-6CDA-0849-A60D-1532BFF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3137300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chemeClr val="bg1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5ca4d6b7e144e87" /><Relationship Type="http://schemas.openxmlformats.org/officeDocument/2006/relationships/theme" Target="/ppt/slideMasters/theme/theme2.xml" Id="Ree22d1a3b786480b" /><Relationship Type="http://schemas.openxmlformats.org/officeDocument/2006/relationships/slideLayout" Target="/ppt/slideLayouts/slideLayout1.xml" Id="R1144405dc2224332" /><Relationship Type="http://schemas.openxmlformats.org/officeDocument/2006/relationships/slideLayout" Target="/ppt/slideLayouts/slideLayout2.xml" Id="R3676c88ae8d2453a" /><Relationship Type="http://schemas.openxmlformats.org/officeDocument/2006/relationships/slideLayout" Target="/ppt/slideLayouts/slideLayout3.xml" Id="R6c91d585d89e4232" /><Relationship Type="http://schemas.openxmlformats.org/officeDocument/2006/relationships/slideLayout" Target="/ppt/slideLayouts/slideLayout4.xml" Id="R7e99bb36aa004a1c" /><Relationship Type="http://schemas.openxmlformats.org/officeDocument/2006/relationships/slideLayout" Target="/ppt/slideLayouts/slideLayout5.xml" Id="R473f82b16eb74b1e" /><Relationship Type="http://schemas.openxmlformats.org/officeDocument/2006/relationships/slideLayout" Target="/ppt/slideLayouts/slideLayout6.xml" Id="R1152f04c6a764617" /><Relationship Type="http://schemas.openxmlformats.org/officeDocument/2006/relationships/slideLayout" Target="/ppt/slideLayouts/slideLayout7.xml" Id="R39b2c907597941ae" /><Relationship Type="http://schemas.openxmlformats.org/officeDocument/2006/relationships/slideLayout" Target="/ppt/slideLayouts/slideLayout8.xml" Id="Rd69c3726156f4e6e" /><Relationship Type="http://schemas.openxmlformats.org/officeDocument/2006/relationships/slideLayout" Target="/ppt/slideLayouts/slideLayout9.xml" Id="R6fcd9b5ade6a4de2" /><Relationship Type="http://schemas.openxmlformats.org/officeDocument/2006/relationships/slideLayout" Target="/ppt/slideLayouts/slideLayout10.xml" Id="Re5500474f43b4431" /><Relationship Type="http://schemas.openxmlformats.org/officeDocument/2006/relationships/slideLayout" Target="/ppt/slideLayouts/slideLayout11.xml" Id="R8d57ec28d48e4d91" /><Relationship Type="http://schemas.openxmlformats.org/officeDocument/2006/relationships/slideLayout" Target="/ppt/slideLayouts/slideLayout12.xml" Id="R30c83248dc824d47" /><Relationship Type="http://schemas.openxmlformats.org/officeDocument/2006/relationships/slideLayout" Target="/ppt/slideLayouts/slideLayout13.xml" Id="R7f2df980ce7740de" /><Relationship Type="http://schemas.openxmlformats.org/officeDocument/2006/relationships/slideLayout" Target="/ppt/slideLayouts/slideLayout14.xml" Id="R6151604bd88f47b0" /><Relationship Type="http://schemas.openxmlformats.org/officeDocument/2006/relationships/slideLayout" Target="/ppt/slideLayouts/slideLayout15.xml" Id="R0602aedb95a04892" /><Relationship Type="http://schemas.openxmlformats.org/officeDocument/2006/relationships/slideLayout" Target="/ppt/slideLayouts/slideLayout16.xml" Id="R9e91cbee2c184727" /><Relationship Type="http://schemas.openxmlformats.org/officeDocument/2006/relationships/slideLayout" Target="/ppt/slideLayouts/slideLayout17.xml" Id="Rb6d8013295594c48" /><Relationship Type="http://schemas.openxmlformats.org/officeDocument/2006/relationships/slideLayout" Target="/ppt/slideLayouts/slideLayout18.xml" Id="Re388c78f64524d2a" /><Relationship Type="http://schemas.openxmlformats.org/officeDocument/2006/relationships/slideLayout" Target="/ppt/slideLayouts/slideLayout19.xml" Id="R85d83c24f8394de7" /><Relationship Type="http://schemas.openxmlformats.org/officeDocument/2006/relationships/slideLayout" Target="/ppt/slideLayouts/slideLayout20.xml" Id="Re76a0e1216c44a7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43838DA6-A42A-41A7-99E9-BE8918F2FD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89100" y="1778000"/>
            <a:ext cx="21005800" cy="10160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r>
              <a:t>內文第一層</a:t>
            </a:r>
          </a:p>
          <a:p xmlns:a="http://schemas.openxmlformats.org/drawingml/2006/main">
            <a:pPr lvl="1">
              <a:buNone/>
            </a:pPr>
            <a:r>
              <a:t>內文第二層</a:t>
            </a:r>
          </a:p>
          <a:p xmlns:a="http://schemas.openxmlformats.org/drawingml/2006/main">
            <a:pPr lvl="2">
              <a:buNone/>
            </a:pPr>
            <a:r>
              <a:t>內文第三層</a:t>
            </a:r>
          </a:p>
          <a:p xmlns:a="http://schemas.openxmlformats.org/drawingml/2006/main">
            <a:pPr lvl="3">
              <a:buNone/>
            </a:pPr>
            <a:r>
              <a:t>內文第四層</a:t>
            </a:r>
          </a:p>
          <a:p xmlns:a="http://schemas.openxmlformats.org/drawingml/2006/main">
            <a:pPr lvl="4">
              <a:buNone/>
            </a:pPr>
            <a:r>
              <a:t>內文第五層</a:t>
            </a:r>
          </a:p>
        </p:txBody>
      </p:sp>
      <p:sp>
        <p:nvSpPr>
          <p:cNvPr id="3" name="Title Text">
            <a:extLst xmlns:a="http://schemas.openxmlformats.org/drawingml/2006/main">
              <a:ext uri="{FF2B5EF4-FFF2-40B4-BE49-F238E27FC236}">
                <a16:creationId xmlns:a16="http://schemas.microsoft.com/office/drawing/2014/main" id="{B1441BAF-7CF5-454F-B50D-7AD6202FB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89100" y="355600"/>
            <a:ext cx="21005800" cy="228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r>
              <a:t>標題文字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BEAF4A4-7A67-48D3-915C-71CEE1FA7AD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851125" y="13137301"/>
            <a:ext cx="681750" cy="47192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square" lIns="50800" tIns="50800" rIns="50800" bIns="50800">
            <a:noAutofit/>
          </a:bodyPr>
          <a:lstStyle xmlns:a="http://schemas.openxmlformats.org/drawingml/2006/main">
            <a:lvl1pPr>
              <a:buNone/>
              <a:defRPr sz="2400" b="0">
                <a:latin typeface="Taipei Sans TC Beta"/>
                <a:ea typeface="Taipei Sans TC Beta"/>
                <a:cs typeface="Taipei Sans TC Beta"/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4D3FF6-B5DD-2643-AEAD-5F07091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1" y="13137301"/>
            <a:ext cx="8847437" cy="410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©1993 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–</a:t>
            </a:r>
            <a:r>
              <a: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Taipei Sans TC Beta"/>
                <a:ea typeface="Taipei Sans TC Beta"/>
                <a:cs typeface="Taipei Sans TC Beta"/>
              </a:rPr>
              <a:t> 2026 Jeff Sutherland &amp; Scrum Inc.</a:t>
            </a:r>
          </a:p>
        </p:txBody>
      </p:sp>
      <p:pic>
        <p:nvPicPr>
          <p:cNvPr id="6" name="Scrum Inc_CMYK.pdf">
            <a:extLst xmlns:a="http://schemas.openxmlformats.org/drawingml/2006/main">
              <a:ext uri="{FF2B5EF4-FFF2-40B4-BE49-F238E27FC236}">
                <a16:creationId xmlns:a16="http://schemas.microsoft.com/office/drawing/2014/main" id="{FA741E0F-DF00-4BE7-9239-7EC26EF5E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a4d6b7e144e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3537" y="13137301"/>
            <a:ext cx="2222029" cy="38702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B8D33D-9AA9-F247-AD4D-A04C2A79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849" y="12199434"/>
            <a:ext cx="3211551" cy="93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4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BE8313-4696-894F-9926-BF9D66FD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056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non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6600" b="1" i="0" u="none" strike="noStrike" cap="none" spc="0" baseline="0">
              <a:ln>
                <a:noFill/>
              </a:ln>
              <a:solidFill>
                <a:srgbClr val="000000"/>
              </a:solidFill>
              <a:latin typeface="Taipei Sans TC Beta"/>
              <a:ea typeface="Taipei Sans TC Beta"/>
              <a:cs typeface="Taipei Sans TC Bet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4405dc2224332"/>
    <p:sldLayoutId xmlns:r="http://schemas.openxmlformats.org/officeDocument/2006/relationships" id="2147483650" r:id="R3676c88ae8d2453a"/>
    <p:sldLayoutId xmlns:r="http://schemas.openxmlformats.org/officeDocument/2006/relationships" id="2147483651" r:id="R6c91d585d89e4232"/>
    <p:sldLayoutId xmlns:r="http://schemas.openxmlformats.org/officeDocument/2006/relationships" id="2147483652" r:id="R7e99bb36aa004a1c"/>
    <p:sldLayoutId xmlns:r="http://schemas.openxmlformats.org/officeDocument/2006/relationships" id="2147483653" r:id="R473f82b16eb74b1e"/>
    <p:sldLayoutId xmlns:r="http://schemas.openxmlformats.org/officeDocument/2006/relationships" id="2147483654" r:id="R1152f04c6a764617"/>
    <p:sldLayoutId xmlns:r="http://schemas.openxmlformats.org/officeDocument/2006/relationships" id="2147483655" r:id="R39b2c907597941ae"/>
    <p:sldLayoutId xmlns:r="http://schemas.openxmlformats.org/officeDocument/2006/relationships" id="2147483656" r:id="Rd69c3726156f4e6e"/>
    <p:sldLayoutId xmlns:r="http://schemas.openxmlformats.org/officeDocument/2006/relationships" id="2147483657" r:id="R6fcd9b5ade6a4de2"/>
    <p:sldLayoutId xmlns:r="http://schemas.openxmlformats.org/officeDocument/2006/relationships" id="2147483658" r:id="Re5500474f43b4431"/>
    <p:sldLayoutId xmlns:r="http://schemas.openxmlformats.org/officeDocument/2006/relationships" id="2147483659" r:id="R8d57ec28d48e4d91"/>
    <p:sldLayoutId xmlns:r="http://schemas.openxmlformats.org/officeDocument/2006/relationships" id="2147483660" r:id="R30c83248dc824d47"/>
    <p:sldLayoutId xmlns:r="http://schemas.openxmlformats.org/officeDocument/2006/relationships" id="2147483661" r:id="R7f2df980ce7740de"/>
    <p:sldLayoutId xmlns:r="http://schemas.openxmlformats.org/officeDocument/2006/relationships" id="2147483662" r:id="R6151604bd88f47b0"/>
    <p:sldLayoutId xmlns:r="http://schemas.openxmlformats.org/officeDocument/2006/relationships" id="2147483663" r:id="R0602aedb95a04892"/>
    <p:sldLayoutId xmlns:r="http://schemas.openxmlformats.org/officeDocument/2006/relationships" id="2147483664" r:id="R9e91cbee2c184727"/>
    <p:sldLayoutId xmlns:r="http://schemas.openxmlformats.org/officeDocument/2006/relationships" id="2147483665" r:id="Rb6d8013295594c48"/>
    <p:sldLayoutId xmlns:r="http://schemas.openxmlformats.org/officeDocument/2006/relationships" id="2147483666" r:id="Re388c78f64524d2a"/>
    <p:sldLayoutId xmlns:r="http://schemas.openxmlformats.org/officeDocument/2006/relationships" id="2147483667" r:id="R85d83c24f8394de7"/>
    <p:sldLayoutId xmlns:r="http://schemas.openxmlformats.org/officeDocument/2006/relationships" id="2147483668" r:id="Re76a0e1216c44a73"/>
  </p:sldLayoutIdLst>
  <p:hf hdr="0" ftr="0" dt="0"/>
  <p:txStyles>
    <p:titleStyle>
      <a:lvl1pPr xmlns:a="http://schemas.openxmlformats.org/drawingml/2006/main"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1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1pPr>
      <a:lvl2pPr xmlns:a="http://schemas.openxmlformats.org/drawingml/2006/main"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2pPr>
      <a:lvl3pPr xmlns:a="http://schemas.openxmlformats.org/drawingml/2006/main"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3pPr>
      <a:lvl4pPr xmlns:a="http://schemas.openxmlformats.org/drawingml/2006/main"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4pPr>
      <a:lvl5pPr xmlns:a="http://schemas.openxmlformats.org/drawingml/2006/main"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5pPr>
      <a:lvl6pPr xmlns:a="http://schemas.openxmlformats.org/drawingml/2006/main"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6pPr>
      <a:lvl7pPr xmlns:a="http://schemas.openxmlformats.org/drawingml/2006/main"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7pPr>
      <a:lvl8pPr xmlns:a="http://schemas.openxmlformats.org/drawingml/2006/main"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8pPr>
      <a:lvl9pPr xmlns:a="http://schemas.openxmlformats.org/drawingml/2006/main"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9pPr>
    </p:titleStyle>
    <p:bodyStyle>
      <a:lvl1pPr xmlns:a="http://schemas.openxmlformats.org/drawingml/2006/main" marL="555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00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1pPr>
      <a:lvl2pPr xmlns:a="http://schemas.openxmlformats.org/drawingml/2006/main" marL="1190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00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2pPr>
      <a:lvl3pPr xmlns:a="http://schemas.openxmlformats.org/drawingml/2006/main" marL="1825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00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3pPr>
      <a:lvl4pPr xmlns:a="http://schemas.openxmlformats.org/drawingml/2006/main" marL="2460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00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4pPr>
      <a:lvl5pPr xmlns:a="http://schemas.openxmlformats.org/drawingml/2006/main" marL="3095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00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5pPr>
      <a:lvl6pPr xmlns:a="http://schemas.openxmlformats.org/drawingml/2006/main" marL="3730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6pPr>
      <a:lvl7pPr xmlns:a="http://schemas.openxmlformats.org/drawingml/2006/main" marL="4365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7pPr>
      <a:lvl8pPr xmlns:a="http://schemas.openxmlformats.org/drawingml/2006/main" marL="5000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8pPr>
      <a:lvl9pPr xmlns:a="http://schemas.openxmlformats.org/drawingml/2006/main" marL="5635625" marR="0" indent="-555625" algn="l" defTabSz="82550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200" b="0" i="0" u="none" strike="noStrike" cap="none" spc="0" baseline="0">
          <a:ln>
            <a:noFill/>
          </a:ln>
          <a:solidFill>
            <a:srgbClr val="000000"/>
          </a:solidFill>
          <a:latin typeface="Taipei Sans TC Beta"/>
          <a:ea typeface="Taipei Sans TC Beta"/>
          <a:cs typeface="Taipei Sans TC Beta"/>
        </a:defRPr>
      </a:lvl9pPr>
    </p:bodyStyle>
    <p:otherStyle>
      <a:lvl1pPr xmlns:a="http://schemas.openxmlformats.org/drawingml/2006/main"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1pPr>
      <a:lvl2pPr xmlns:a="http://schemas.openxmlformats.org/drawingml/2006/main"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2pPr>
      <a:lvl3pPr xmlns:a="http://schemas.openxmlformats.org/drawingml/2006/main"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3pPr>
      <a:lvl4pPr xmlns:a="http://schemas.openxmlformats.org/drawingml/2006/main"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4pPr>
      <a:lvl5pPr xmlns:a="http://schemas.openxmlformats.org/drawingml/2006/main"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5pPr>
      <a:lvl6pPr xmlns:a="http://schemas.openxmlformats.org/drawingml/2006/main"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6pPr>
      <a:lvl7pPr xmlns:a="http://schemas.openxmlformats.org/drawingml/2006/main"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7pPr>
      <a:lvl8pPr xmlns:a="http://schemas.openxmlformats.org/drawingml/2006/main"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8pPr>
      <a:lvl9pPr xmlns:a="http://schemas.openxmlformats.org/drawingml/2006/main"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latin typeface="Taipei Sans TC Beta"/>
          <a:ea typeface="Taipei Sans TC Beta"/>
          <a:cs typeface="Taipei Sans TC Beta"/>
        </a:defRPr>
      </a:lvl9pPr>
    </p:otherStyle>
  </p:txStyles>
</p:sldMaster>
</file>

<file path=ppt/slideMasters/theme/theme2.xml><?xml version="1.0" encoding="utf-8"?>
<a:theme xmlns:a="http://schemas.openxmlformats.org/drawingml/2006/main" name="White">
  <a:themeElements>
    <a:clrScheme name="Scrum Inc">
      <a:dk1>
        <a:srgbClr val="000000"/>
      </a:dk1>
      <a:lt1>
        <a:srgbClr val="FFFFFF"/>
      </a:lt1>
      <a:dk2>
        <a:srgbClr val="666666"/>
      </a:dk2>
      <a:lt2>
        <a:srgbClr val="FEFFFF"/>
      </a:lt2>
      <a:accent1>
        <a:srgbClr val="9D280D"/>
      </a:accent1>
      <a:accent2>
        <a:srgbClr val="C7481A"/>
      </a:accent2>
      <a:accent3>
        <a:srgbClr val="0088A3"/>
      </a:accent3>
      <a:accent4>
        <a:srgbClr val="FF9933"/>
      </a:accent4>
      <a:accent5>
        <a:srgbClr val="FFCC00"/>
      </a:accent5>
      <a:accent6>
        <a:srgbClr val="CC0000"/>
      </a:accent6>
      <a:hlink>
        <a:srgbClr val="0000FF"/>
      </a:hlink>
      <a:folHlink>
        <a:srgbClr val="FF00FF"/>
      </a:folHlink>
    </a:clrScheme>
    <a:fontScheme name="Custom 1">
      <a:majorFont>
        <a:latin typeface="Taipei Sans TC Beta"/>
        <a:ea typeface="Taipei Sans TC Beta"/>
        <a:cs typeface="Taipei Sans TC Beta"/>
      </a:majorFont>
      <a:minorFont>
        <a:latin typeface="Taipei Sans TC Beta"/>
        <a:ea typeface="Taipei Sans TC Beta"/>
        <a:cs typeface="Taipei Sans TC Beta"/>
      </a:minorFont>
    </a:fontScheme>
    <a:fmtScheme name="Scrum In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4fd3cc8f4f64abf" /><Relationship Type="http://schemas.openxmlformats.org/officeDocument/2006/relationships/notesSlide" Target="/ppt/notesSlides/notesSlide1.xml" Id="Rc17fe81f09d343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B97AD5B-3B27-EA8D-077B-DAF147C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1111250"/>
            <a:ext cx="7769225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0" b="1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使用 Skill 分析用戶族群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81C5161-4FF0-EDA7-53F0-18C14B6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159" y="2098675"/>
            <a:ext cx="7367588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>
                <a:solidFill>
                  <a:srgbClr val="666666"/>
                </a:solidFill>
                <a:latin typeface="Taipei Sans TC Beta"/>
                <a:ea typeface="Taipei Sans TC Beta"/>
                <a:cs typeface="Taipei Sans TC Beta"/>
              </a:rPr>
              <a:t>依產品情境辨識客群，理解各自需求與產品適配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3680198-64F5-899E-8744-42E2B78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492" y="3273425"/>
            <a:ext cx="6272213" cy="49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20" b="1">
                <a:solidFill>
                  <a:schemeClr val="tx1"/>
                </a:solidFill>
                <a:latin typeface="Taipei Sans TC Beta"/>
                <a:ea typeface="Taipei Sans TC Beta"/>
                <a:cs typeface="Taipei Sans TC Beta"/>
              </a:rPr>
              <a:t>1　開啟已安裝 Skill 的工作資料夾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245060-5041-B462-6F89-3603CBA5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492" y="4035425"/>
            <a:ext cx="8151813" cy="49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20" b="1">
                <a:solidFill>
                  <a:schemeClr val="tx1"/>
                </a:solidFill>
                <a:latin typeface="Taipei Sans TC Beta"/>
                <a:ea typeface="Taipei Sans TC Beta"/>
                <a:cs typeface="Taipei Sans TC Beta"/>
              </a:rPr>
              <a:t>2　貼上提示詞，並提供產品與既有用戶資料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02DE5E1-CFAF-8A2B-7812-C65DFB5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492" y="4797425"/>
            <a:ext cx="7734300" cy="49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20" b="1">
                <a:solidFill>
                  <a:schemeClr val="tx1"/>
                </a:solidFill>
                <a:latin typeface="Taipei Sans TC Beta"/>
                <a:ea typeface="Taipei Sans TC Beta"/>
                <a:cs typeface="Taipei Sans TC Beta"/>
              </a:rPr>
              <a:t>3　比較客群分析，確認假設與待驗證事項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6589A4-C3C5-2E6C-FB58-8678471A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492" y="6062133"/>
            <a:ext cx="21717000" cy="5191125"/>
          </a:xfrm>
          <a:prstGeom xmlns:a="http://schemas.openxmlformats.org/drawingml/2006/main" prst="roundRect">
            <a:avLst>
              <a:gd name="adj" fmla="val 2569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064E22-24C5-BAD0-DE8F-743079E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8127" y="6408208"/>
            <a:ext cx="366522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9D280D"/>
                </a:solidFill>
                <a:latin typeface="Taipei Sans TC Beta"/>
                <a:ea typeface="Taipei Sans TC Beta"/>
                <a:cs typeface="Taipei Sans TC Beta"/>
              </a:rPr>
              <a:t>可直接複製的提示詞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8505B2-5F91-DA3B-0994-955C5F2B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4735" y="6994948"/>
            <a:ext cx="87249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/market-segments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我們想改善授信系統，協助團隊追蹤案件進度與補件。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請辨識 3–5 個潛在用戶族群，分析各族群的角色、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工作任務（JTBD）、痛點與期望成果，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比較產品適配程度及現有替代做法。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  <a:p xmlns:a="http://schemas.openxmlformats.org/drawingml/2006/main">
            <a:pPr algn="l">
              <a:buSzPct val="100000"/>
              <a:buNone/>
              <a:defRPr sz="5400"/>
            </a:pPr>
            <a:r>
              <a:rPr sz="2800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請區分已知資訊與假設，列出需要進一步驗證的事項。</a:t>
            </a:r>
            <a:endParaRPr sz="2800">
              <a:solidFill>
                <a:srgbClr val="222222"/>
              </a:solidFill>
              <a:latin typeface="Taipei Sans TC Beta"/>
              <a:ea typeface="Taipei Sans TC Beta"/>
              <a:cs typeface="Taipei Sans TC Beta"/>
            </a:endParaRPr>
          </a:p>
        </p:txBody>
      </p:sp>
      <p:sp>
        <p:nvSpPr>
          <p:cNvPr id="4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F939CF-1A95-BA97-AA54-9FF4606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492" y="11593697"/>
            <a:ext cx="49530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6F7FB2-E1F1-EC87-BE92-0CBB4AFA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3520" y="12012797"/>
            <a:ext cx="460445" cy="543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80" b="1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01</a:t>
            </a:r>
          </a:p>
        </p:txBody>
      </p:sp>
      <p:sp>
        <p:nvSpPr>
          <p:cNvPr id="4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866DF3-60BF-EB41-3BC5-D504C78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4758" y="12000097"/>
            <a:ext cx="1517650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20" b="1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產品情境</a:t>
            </a:r>
          </a:p>
        </p:txBody>
      </p:sp>
      <p:sp>
        <p:nvSpPr>
          <p:cNvPr id="4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493CA2-38E0-6DAA-5A6A-7C94EAC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0127" y="12006447"/>
            <a:ext cx="252603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›</a:t>
            </a:r>
          </a:p>
        </p:txBody>
      </p:sp>
      <p:sp>
        <p:nvSpPr>
          <p:cNvPr id="41" name="Ellipse 34">
            <a:extLst xmlns:a="http://schemas.openxmlformats.org/drawingml/2006/main">
              <a:ext uri="{FF2B5EF4-FFF2-40B4-BE49-F238E27FC236}">
                <a16:creationId xmlns:a16="http://schemas.microsoft.com/office/drawing/2014/main" id="{F0A98D62-7657-8160-560D-B6CA5B54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6555" y="12103434"/>
            <a:ext cx="276569" cy="2765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5889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743DE54-B6F3-A4BE-ED56-FEF7AB8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8117" y="11975041"/>
            <a:ext cx="533445" cy="513661"/>
          </a:xfrm>
          <a:custGeom xmlns:a="http://schemas.openxmlformats.org/drawingml/2006/main">
            <a:rect l="l" t="t" r="r" b="b"/>
            <a:pathLst>
              <a:path w="533445" h="513661">
                <a:moveTo>
                  <a:pt x="197569" y="414877"/>
                </a:moveTo>
                <a:lnTo>
                  <a:pt x="335876" y="414877"/>
                </a:lnTo>
                <a:moveTo>
                  <a:pt x="217353" y="464269"/>
                </a:moveTo>
                <a:lnTo>
                  <a:pt x="316092" y="464269"/>
                </a:lnTo>
                <a:moveTo>
                  <a:pt x="227222" y="513661"/>
                </a:moveTo>
                <a:lnTo>
                  <a:pt x="306223" y="513661"/>
                </a:lnTo>
                <a:moveTo>
                  <a:pt x="266745" y="59262"/>
                </a:moveTo>
                <a:lnTo>
                  <a:pt x="266745" y="0"/>
                </a:lnTo>
                <a:moveTo>
                  <a:pt x="59307" y="266700"/>
                </a:moveTo>
                <a:lnTo>
                  <a:pt x="0" y="266700"/>
                </a:lnTo>
                <a:moveTo>
                  <a:pt x="474138" y="266700"/>
                </a:moveTo>
                <a:lnTo>
                  <a:pt x="533445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5889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732D26-D4E0-C241-8F18-DC81460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9242" y="11593697"/>
            <a:ext cx="49530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Box 8">
            <a:extLst xmlns:a="http://schemas.openxmlformats.org/drawingml/2006/main">
              <a:ext uri="{FF2B5EF4-FFF2-40B4-BE49-F238E27FC236}">
                <a16:creationId xmlns:a16="http://schemas.microsoft.com/office/drawing/2014/main" id="{A594CA2C-D25C-3456-EF81-E6FBF25E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3270" y="12012797"/>
            <a:ext cx="460445" cy="543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80" b="1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02</a:t>
            </a:r>
          </a:p>
        </p:txBody>
      </p:sp>
      <p:sp>
        <p:nvSpPr>
          <p:cNvPr id="39" name="TextBox 9">
            <a:extLst xmlns:a="http://schemas.openxmlformats.org/drawingml/2006/main">
              <a:ext uri="{FF2B5EF4-FFF2-40B4-BE49-F238E27FC236}">
                <a16:creationId xmlns:a16="http://schemas.microsoft.com/office/drawing/2014/main" id="{2BA08FBE-4F3E-8487-74C0-87106E95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508" y="12000097"/>
            <a:ext cx="1517650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20" b="1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客群分組</a:t>
            </a:r>
          </a:p>
        </p:txBody>
      </p:sp>
      <p:sp>
        <p:nvSpPr>
          <p:cNvPr id="4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B756FE-2091-5145-2BE8-093F500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69877" y="12006447"/>
            <a:ext cx="252603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›</a:t>
            </a:r>
          </a:p>
        </p:txBody>
      </p:sp>
      <p:sp>
        <p:nvSpPr>
          <p:cNvPr id="35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3E7D791-23D1-E245-86F4-2EEF260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7867" y="12037892"/>
            <a:ext cx="368579" cy="407340"/>
          </a:xfrm>
          <a:custGeom xmlns:a="http://schemas.openxmlformats.org/drawingml/2006/main">
            <a:rect l="l" t="t" r="r" b="b"/>
            <a:pathLst>
              <a:path w="368579" h="407340">
                <a:moveTo>
                  <a:pt x="0" y="48495"/>
                </a:moveTo>
                <a:lnTo>
                  <a:pt x="0" y="358845"/>
                </a:lnTo>
                <a:cubicBezTo>
                  <a:pt x="0" y="391175"/>
                  <a:pt x="16165" y="407340"/>
                  <a:pt x="48495" y="407340"/>
                </a:cubicBezTo>
                <a:lnTo>
                  <a:pt x="320084" y="407340"/>
                </a:lnTo>
                <a:cubicBezTo>
                  <a:pt x="352414" y="407340"/>
                  <a:pt x="368579" y="391175"/>
                  <a:pt x="368579" y="358845"/>
                </a:cubicBezTo>
                <a:lnTo>
                  <a:pt x="368579" y="48495"/>
                </a:lnTo>
                <a:cubicBezTo>
                  <a:pt x="368579" y="16165"/>
                  <a:pt x="352414" y="0"/>
                  <a:pt x="320084" y="0"/>
                </a:cubicBezTo>
                <a:lnTo>
                  <a:pt x="48495" y="0"/>
                </a:lnTo>
                <a:cubicBezTo>
                  <a:pt x="16165" y="0"/>
                  <a:pt x="0" y="16165"/>
                  <a:pt x="0" y="48495"/>
                </a:cubicBezTo>
                <a:close/>
                <a:moveTo>
                  <a:pt x="77610" y="135795"/>
                </a:moveTo>
                <a:lnTo>
                  <a:pt x="290970" y="135795"/>
                </a:lnTo>
                <a:moveTo>
                  <a:pt x="77610" y="213360"/>
                </a:moveTo>
                <a:lnTo>
                  <a:pt x="290970" y="213360"/>
                </a:lnTo>
                <a:moveTo>
                  <a:pt x="77610" y="290970"/>
                </a:moveTo>
                <a:lnTo>
                  <a:pt x="223094" y="290970"/>
                </a:lnTo>
              </a:path>
            </a:pathLst>
          </a:custGeom>
          <a:noFill xmlns:a="http://schemas.openxmlformats.org/drawingml/2006/main"/>
          <a:ln xmlns:a="http://schemas.openxmlformats.org/drawingml/2006/main" w="35237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00E30A1-CE20-F353-1A63-9893816F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7332" y="12018512"/>
            <a:ext cx="193980" cy="193936"/>
          </a:xfrm>
          <a:custGeom xmlns:a="http://schemas.openxmlformats.org/drawingml/2006/main">
            <a:rect l="l" t="t" r="r" b="b"/>
            <a:pathLst>
              <a:path w="193980" h="193936">
                <a:moveTo>
                  <a:pt x="96990" y="0"/>
                </a:moveTo>
                <a:lnTo>
                  <a:pt x="126060" y="67875"/>
                </a:lnTo>
                <a:lnTo>
                  <a:pt x="193980" y="96990"/>
                </a:lnTo>
                <a:lnTo>
                  <a:pt x="126060" y="126060"/>
                </a:lnTo>
                <a:lnTo>
                  <a:pt x="96990" y="193936"/>
                </a:lnTo>
                <a:lnTo>
                  <a:pt x="67875" y="126060"/>
                </a:lnTo>
                <a:lnTo>
                  <a:pt x="0" y="96990"/>
                </a:lnTo>
                <a:lnTo>
                  <a:pt x="67875" y="67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237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EFDF4AD-7006-AC78-5B35-6EB5C9C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992" y="11593697"/>
            <a:ext cx="49530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FE2312-1794-4082-B719-BE8F0AA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3020" y="12012797"/>
            <a:ext cx="460445" cy="543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80" b="1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03</a:t>
            </a:r>
          </a:p>
        </p:txBody>
      </p:sp>
      <p:sp>
        <p:nvSpPr>
          <p:cNvPr id="33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F6872F-F4A4-D15D-EA43-2CA03C0A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4258" y="12000097"/>
            <a:ext cx="1517650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20" b="1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需求比較</a:t>
            </a:r>
          </a:p>
        </p:txBody>
      </p:sp>
      <p:sp>
        <p:nvSpPr>
          <p:cNvPr id="34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05CEDD-8A56-159A-FBB9-3F24CB27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89627" y="12006447"/>
            <a:ext cx="252603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›</a:t>
            </a:r>
          </a:p>
        </p:txBody>
      </p:sp>
      <p:sp>
        <p:nvSpPr>
          <p:cNvPr id="23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510FA95-6E78-EEDE-3BAD-82AB40E6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47617" y="11965172"/>
            <a:ext cx="496424" cy="533400"/>
          </a:xfrm>
          <a:custGeom xmlns:a="http://schemas.openxmlformats.org/drawingml/2006/main">
            <a:rect l="l" t="t" r="r" b="b"/>
            <a:pathLst>
              <a:path w="496424" h="533400">
                <a:moveTo>
                  <a:pt x="62060" y="136408"/>
                </a:moveTo>
                <a:cubicBezTo>
                  <a:pt x="94358" y="67640"/>
                  <a:pt x="159406" y="20067"/>
                  <a:pt x="234656" y="10033"/>
                </a:cubicBezTo>
                <a:cubicBezTo>
                  <a:pt x="309962" y="0"/>
                  <a:pt x="385155" y="28860"/>
                  <a:pt x="434364" y="86749"/>
                </a:cubicBezTo>
                <a:lnTo>
                  <a:pt x="496424" y="148809"/>
                </a:lnTo>
                <a:moveTo>
                  <a:pt x="496424" y="24689"/>
                </a:moveTo>
                <a:lnTo>
                  <a:pt x="496424" y="148809"/>
                </a:lnTo>
                <a:lnTo>
                  <a:pt x="372304" y="148809"/>
                </a:lnTo>
                <a:moveTo>
                  <a:pt x="434364" y="397049"/>
                </a:moveTo>
                <a:cubicBezTo>
                  <a:pt x="402065" y="465760"/>
                  <a:pt x="337018" y="513334"/>
                  <a:pt x="261768" y="523367"/>
                </a:cubicBezTo>
                <a:cubicBezTo>
                  <a:pt x="186462" y="533400"/>
                  <a:pt x="111268" y="504541"/>
                  <a:pt x="62060" y="446652"/>
                </a:cubicBezTo>
                <a:lnTo>
                  <a:pt x="0" y="384592"/>
                </a:lnTo>
                <a:moveTo>
                  <a:pt x="0" y="508712"/>
                </a:moveTo>
                <a:lnTo>
                  <a:pt x="0" y="384592"/>
                </a:lnTo>
                <a:lnTo>
                  <a:pt x="124120" y="384592"/>
                </a:lnTo>
              </a:path>
            </a:pathLst>
          </a:custGeom>
          <a:noFill xmlns:a="http://schemas.openxmlformats.org/drawingml/2006/main"/>
          <a:ln xmlns:a="http://schemas.openxmlformats.org/drawingml/2006/main" w="45094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B2D6CA0-C7DF-6D8A-7A59-A375BFF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28742" y="11593697"/>
            <a:ext cx="49530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2931B1-00A2-F0B8-4C44-43BAD1A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52770" y="12012797"/>
            <a:ext cx="460445" cy="543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80" b="1">
                <a:solidFill>
                  <a:srgbClr val="CC0000"/>
                </a:solidFill>
                <a:latin typeface="Taipei Sans TC Beta"/>
                <a:ea typeface="Taipei Sans TC Beta"/>
                <a:cs typeface="Taipei Sans TC Beta"/>
              </a:rPr>
              <a:t>04</a:t>
            </a:r>
          </a:p>
        </p:txBody>
      </p:sp>
      <p:sp>
        <p:nvSpPr>
          <p:cNvPr id="3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CFBFDD9-EB18-6F3D-EF36-E664F383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14008" y="12000097"/>
            <a:ext cx="1517650" cy="445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20" b="1">
                <a:solidFill>
                  <a:srgbClr val="222222"/>
                </a:solidFill>
                <a:latin typeface="Taipei Sans TC Beta"/>
                <a:ea typeface="Taipei Sans TC Beta"/>
                <a:cs typeface="Taipei Sans TC Beta"/>
              </a:rPr>
              <a:t>驗證假設</a:t>
            </a:r>
          </a:p>
        </p:txBody>
      </p:sp>
      <p:sp>
        <p:nvSpPr>
          <p:cNvPr id="26" name="Ellipse 39">
            <a:extLst xmlns:a="http://schemas.openxmlformats.org/drawingml/2006/main">
              <a:ext uri="{FF2B5EF4-FFF2-40B4-BE49-F238E27FC236}">
                <a16:creationId xmlns:a16="http://schemas.microsoft.com/office/drawing/2014/main" id="{12B4CF11-E71C-5A6B-C035-1DAEF43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67367" y="11965172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6142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B74D5DD-45C3-61F5-D251-6F4F23A5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94372" y="12117613"/>
            <a:ext cx="292078" cy="215886"/>
          </a:xfrm>
          <a:custGeom xmlns:a="http://schemas.openxmlformats.org/drawingml/2006/main">
            <a:rect l="l" t="t" r="r" b="b"/>
            <a:pathLst>
              <a:path w="292078" h="215886">
                <a:moveTo>
                  <a:pt x="0" y="114259"/>
                </a:moveTo>
                <a:lnTo>
                  <a:pt x="101570" y="215886"/>
                </a:lnTo>
                <a:lnTo>
                  <a:pt x="292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142" cap="rnd">
            <a:solidFill>
              <a:srgbClr val="C00000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483568"/>
      </p:ext>
    </p:extLst>
  </p:cSld>
</p:sld>
</file>

<file path=ppt/theme/theme1.xml><?xml version="1.0" encoding="utf-8"?>
<a:theme xmlns:a="http://schemas.openxmlformats.org/drawingml/2006/main" name="White">
  <a:themeElements>
    <a:clrScheme name="Scrum Inc">
      <a:dk1>
        <a:srgbClr val="000000"/>
      </a:dk1>
      <a:lt1>
        <a:srgbClr val="FFFFFF"/>
      </a:lt1>
      <a:dk2>
        <a:srgbClr val="666666"/>
      </a:dk2>
      <a:lt2>
        <a:srgbClr val="FEFFFF"/>
      </a:lt2>
      <a:accent1>
        <a:srgbClr val="9D280D"/>
      </a:accent1>
      <a:accent2>
        <a:srgbClr val="C7481A"/>
      </a:accent2>
      <a:accent3>
        <a:srgbClr val="0088A3"/>
      </a:accent3>
      <a:accent4>
        <a:srgbClr val="FF9933"/>
      </a:accent4>
      <a:accent5>
        <a:srgbClr val="FFCC00"/>
      </a:accent5>
      <a:accent6>
        <a:srgbClr val="CC0000"/>
      </a:accent6>
      <a:hlink>
        <a:srgbClr val="0000FF"/>
      </a:hlink>
      <a:folHlink>
        <a:srgbClr val="FF00FF"/>
      </a:folHlink>
    </a:clrScheme>
    <a:fontScheme name="Custom 1">
      <a:majorFont>
        <a:latin typeface="Taipei Sans TC Beta"/>
        <a:ea typeface="Taipei Sans TC Beta"/>
        <a:cs typeface="Taipei Sans TC Beta"/>
      </a:majorFont>
      <a:minorFont>
        <a:latin typeface="Taipei Sans TC Beta"/>
        <a:ea typeface="Taipei Sans TC Beta"/>
        <a:cs typeface="Taipei Sans TC Beta"/>
      </a:minorFont>
    </a:fontScheme>
    <a:fmtScheme name="Scrum In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2026-10-30T03:41:26.7590000Z</dcterms:created>
  <dcterms:modified xsi:type="dcterms:W3CDTF">2026-10-30T03:41:26.7590000Z</dcterms:modified>
</coreProperties>
</file>